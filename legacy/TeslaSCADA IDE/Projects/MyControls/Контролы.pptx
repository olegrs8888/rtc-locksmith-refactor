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F3B"/>
    <a:srgbClr val="748490"/>
    <a:srgbClr val="E7223D"/>
    <a:srgbClr val="F48484"/>
    <a:srgbClr val="EC648C"/>
    <a:srgbClr val="139B73"/>
    <a:srgbClr val="A4ACBC"/>
    <a:srgbClr val="B2D0D8"/>
    <a:srgbClr val="DCE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517B0-32DF-4D5C-A845-089FBE997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D25886-DACA-497B-BE9F-35F81F9A8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B7A38-313D-47E0-A7F5-C58DDBB2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A91649-8E7F-4119-A12C-C9D0CA3AE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0DA1B-4F08-4EC9-82D6-0B5A66D0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93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F4EFB-A40A-4980-BECD-860316AE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9E45DC-7EDC-4DA2-A24E-EBEBB7C12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30C95A-2B8C-4378-A204-C843410C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362403-2ACF-414E-95A2-1115984A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EDB235-7F0B-47AA-91EB-39EFC0FD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26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54CC6-F74A-4A50-B5AE-F3731553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B74579-9FBA-4692-A01F-DB8B41597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FDB377-EA39-40B8-9969-6E264229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385EF-D8A4-4B3B-ACA2-3240F201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3EE105-DD2C-4CE3-BC61-354E594F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91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E4757-46A1-4F79-9BC4-B73C967B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231E24-ED84-4232-A26F-30A660363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DF519D-A2AE-4743-85B6-68FDC798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82C768-53D3-447E-881E-D50BE6BC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20FF57-53BA-4BDB-A409-1F837AC7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7444FA-621D-4E11-AF4A-83EF2925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52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C4FBB-032C-4055-B328-35A5EFD6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28DE4-C173-4DA3-90B2-9ED99185B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8C68E7-8380-45CD-99EB-177A8D06F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4D8C22-1970-4865-B28E-6EA9106FE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F52CB3-E1BF-40DE-A2D6-D1CA6BE95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F167D4-FD7B-4A1C-B2C0-66011611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A24C071-5921-4C5B-B663-6150B95F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97130A-ADF2-4E9D-A11A-DA2432E4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77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BD29B-72D0-494C-87A9-E7C3531E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2A7B98-AB4D-43B1-B58F-590F09C2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F9C37C-9935-43C9-B7B5-A6AA5861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634263-3A1B-4FE6-A619-50573E65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42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2738E2-5984-4121-BF7D-8C523240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2C8120-D37B-4A5A-8BCB-78CD877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89EB50-00E0-48A7-BD71-DD84BD7F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98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FE589-BBFD-44AC-8D82-F8BA337E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5A49A6-A224-4513-BADF-AEE8A4154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9783CF-CE2D-4623-A5AA-DD732FD3B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2C094F-F617-456C-A53C-A9B6B4D4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EE2ADA-9DAF-4742-A625-A6024F8F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9B0358-3837-41A3-A524-38F719BF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5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4DFF7-FB59-4383-BA22-6954DA35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995F99-5B5C-4EAB-A860-54EC174BF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34EE6A-6099-401E-ABCF-FDB562EC0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586D1D-89A4-4860-91E3-6AF00D820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34F334-85D3-4C9A-A6EF-AC46CAB6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969B76-BD56-4EC2-B9D4-986FCEE4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29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465D1-4C31-4E00-8B82-9545D64F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0689C7-7180-4262-B20D-E1CCFFC6C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E63EA9-81E2-47BA-B751-7AB6148A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31E686-DED4-4CE4-B883-9223B74F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57D0DA-6CF8-4271-85A0-66EC9F39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72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FBE7AE-A9AF-4F35-9411-B4A4A9084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A871B8-FA88-49D9-954D-333BC7F2B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100B9-4741-47F4-9F53-034CE3C3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AD8E1-EC24-448E-8326-E76FD5BD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B9F448-5D70-4FE0-A89C-8C0D0309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47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21A31-890A-46C9-A694-62C07B86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D5107B-03C2-4F9A-96FD-5B237BD05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E04CB6-B8A1-4266-A5EF-FE5E9D04F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A5678-4A05-4796-98A6-4F5750DC6F2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8009E-B6C9-4A36-8597-85F9AFAE2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E77C7-C337-40B8-B218-DE29948CA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49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A81EA08-0656-46E6-8E97-8D0551404384}"/>
              </a:ext>
            </a:extLst>
          </p:cNvPr>
          <p:cNvSpPr/>
          <p:nvPr/>
        </p:nvSpPr>
        <p:spPr>
          <a:xfrm>
            <a:off x="3412474" y="889157"/>
            <a:ext cx="914400" cy="914400"/>
          </a:xfrm>
          <a:prstGeom prst="roundRect">
            <a:avLst/>
          </a:prstGeom>
          <a:noFill/>
          <a:ln w="76200">
            <a:solidFill>
              <a:srgbClr val="A4ACBC"/>
            </a:solidFill>
          </a:ln>
          <a:effectLst/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95DA23-24A4-408E-858A-2E3F58F91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994" y="131371"/>
            <a:ext cx="4571429" cy="329762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CE5AAB-8DAB-4C75-A0E4-026A1DE85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" y="3429000"/>
            <a:ext cx="9270620" cy="342900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8B3A523-FE20-48B7-B010-3EF006EE25C7}"/>
              </a:ext>
            </a:extLst>
          </p:cNvPr>
          <p:cNvSpPr>
            <a:spLocks noChangeAspect="1"/>
          </p:cNvSpPr>
          <p:nvPr/>
        </p:nvSpPr>
        <p:spPr>
          <a:xfrm>
            <a:off x="3506400" y="982800"/>
            <a:ext cx="720000" cy="720000"/>
          </a:xfrm>
          <a:prstGeom prst="roundRect">
            <a:avLst/>
          </a:prstGeom>
          <a:solidFill>
            <a:srgbClr val="E7223D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4133011-7DDF-40A8-A178-13E6AEDF4116}"/>
              </a:ext>
            </a:extLst>
          </p:cNvPr>
          <p:cNvSpPr/>
          <p:nvPr/>
        </p:nvSpPr>
        <p:spPr>
          <a:xfrm>
            <a:off x="4784074" y="889157"/>
            <a:ext cx="914400" cy="914400"/>
          </a:xfrm>
          <a:prstGeom prst="roundRect">
            <a:avLst/>
          </a:prstGeom>
          <a:noFill/>
          <a:ln w="76200">
            <a:solidFill>
              <a:srgbClr val="A4ACBC"/>
            </a:solidFill>
          </a:ln>
          <a:effectLst/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B0C2C99-5FC8-4915-8711-FD987CB2875A}"/>
              </a:ext>
            </a:extLst>
          </p:cNvPr>
          <p:cNvSpPr>
            <a:spLocks noChangeAspect="1"/>
          </p:cNvSpPr>
          <p:nvPr/>
        </p:nvSpPr>
        <p:spPr>
          <a:xfrm>
            <a:off x="4878000" y="982800"/>
            <a:ext cx="720000" cy="720000"/>
          </a:xfrm>
          <a:prstGeom prst="roundRect">
            <a:avLst/>
          </a:prstGeom>
          <a:solidFill>
            <a:srgbClr val="A4ACBC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3D983F6-B950-4A89-97EF-B933904EF1EB}"/>
              </a:ext>
            </a:extLst>
          </p:cNvPr>
          <p:cNvSpPr/>
          <p:nvPr/>
        </p:nvSpPr>
        <p:spPr>
          <a:xfrm>
            <a:off x="2040874" y="889157"/>
            <a:ext cx="914400" cy="914400"/>
          </a:xfrm>
          <a:prstGeom prst="roundRect">
            <a:avLst/>
          </a:prstGeom>
          <a:noFill/>
          <a:ln w="76200">
            <a:solidFill>
              <a:srgbClr val="A4ACBC"/>
            </a:solidFill>
          </a:ln>
          <a:effectLst/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7723EF8-9332-4BAF-ACA7-A7336043280F}"/>
              </a:ext>
            </a:extLst>
          </p:cNvPr>
          <p:cNvSpPr>
            <a:spLocks noChangeAspect="1"/>
          </p:cNvSpPr>
          <p:nvPr/>
        </p:nvSpPr>
        <p:spPr>
          <a:xfrm>
            <a:off x="2138400" y="986400"/>
            <a:ext cx="720000" cy="720000"/>
          </a:xfrm>
          <a:prstGeom prst="roundRect">
            <a:avLst/>
          </a:prstGeom>
          <a:solidFill>
            <a:srgbClr val="139B73"/>
          </a:solidFill>
          <a:ln w="38100">
            <a:noFill/>
          </a:ln>
          <a:effectLst/>
          <a:scene3d>
            <a:camera prst="orthographicFront"/>
            <a:lightRig rig="threePt" dir="t"/>
          </a:scene3d>
          <a:sp3d>
            <a:bevelT w="1397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id="{DC7F7FDE-2BC4-452D-8478-3A8DCD7FB29B}"/>
              </a:ext>
            </a:extLst>
          </p:cNvPr>
          <p:cNvSpPr>
            <a:spLocks noChangeAspect="1"/>
          </p:cNvSpPr>
          <p:nvPr/>
        </p:nvSpPr>
        <p:spPr>
          <a:xfrm>
            <a:off x="511732" y="730800"/>
            <a:ext cx="1224000" cy="1224000"/>
          </a:xfrm>
          <a:prstGeom prst="mathMultiply">
            <a:avLst/>
          </a:prstGeom>
          <a:solidFill>
            <a:srgbClr val="E7223D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630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A9401D5-4148-4609-83E7-E1215C78C520}"/>
              </a:ext>
            </a:extLst>
          </p:cNvPr>
          <p:cNvGrpSpPr/>
          <p:nvPr/>
        </p:nvGrpSpPr>
        <p:grpSpPr>
          <a:xfrm>
            <a:off x="0" y="210457"/>
            <a:ext cx="6287377" cy="4763165"/>
            <a:chOff x="0" y="0"/>
            <a:chExt cx="6287377" cy="4763165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BB6B3BAD-B13E-49AB-9BA4-56E79E803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ECB292-D5DC-4097-B523-E2E67A4D39D2}"/>
                </a:ext>
              </a:extLst>
            </p:cNvPr>
            <p:cNvSpPr txBox="1"/>
            <p:nvPr/>
          </p:nvSpPr>
          <p:spPr>
            <a:xfrm>
              <a:off x="535973" y="3317666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ЕРГУ.303153.001.303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7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E5D40DC-09B4-4DA4-95BE-0A5966A185DA}"/>
              </a:ext>
            </a:extLst>
          </p:cNvPr>
          <p:cNvGrpSpPr/>
          <p:nvPr/>
        </p:nvGrpSpPr>
        <p:grpSpPr>
          <a:xfrm>
            <a:off x="0" y="0"/>
            <a:ext cx="6296904" cy="4772691"/>
            <a:chOff x="0" y="0"/>
            <a:chExt cx="6296904" cy="4772691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90344E44-EF2F-4001-9919-C19F345B6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96904" cy="47726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01A1B6-1291-4A7F-A7D2-3E7964E974BD}"/>
                </a:ext>
              </a:extLst>
            </p:cNvPr>
            <p:cNvSpPr txBox="1"/>
            <p:nvPr/>
          </p:nvSpPr>
          <p:spPr>
            <a:xfrm>
              <a:off x="318259" y="3941781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ЕРГУ.303185.001.1006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8994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68553DA-77DB-408C-9E73-D682C2F2F3CB}"/>
              </a:ext>
            </a:extLst>
          </p:cNvPr>
          <p:cNvGrpSpPr/>
          <p:nvPr/>
        </p:nvGrpSpPr>
        <p:grpSpPr>
          <a:xfrm>
            <a:off x="0" y="0"/>
            <a:ext cx="6296904" cy="4763165"/>
            <a:chOff x="0" y="0"/>
            <a:chExt cx="6296904" cy="476316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1DA5214-82ED-459D-BD0A-385E8832B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96904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45687" y="3796639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ЕРГУ.303185.002.1006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079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4E7CB2A-B376-4605-AA5D-0AACD54B1B20}"/>
              </a:ext>
            </a:extLst>
          </p:cNvPr>
          <p:cNvGrpSpPr/>
          <p:nvPr/>
        </p:nvGrpSpPr>
        <p:grpSpPr>
          <a:xfrm>
            <a:off x="0" y="0"/>
            <a:ext cx="6287377" cy="4763165"/>
            <a:chOff x="0" y="0"/>
            <a:chExt cx="6287377" cy="4763165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D5A9D613-DF49-48B6-B892-0A0166993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45687" y="3796639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ЕРГУ.303151.001.102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532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77902CA-3188-4CEE-B0C5-CB7BF00194AC}"/>
              </a:ext>
            </a:extLst>
          </p:cNvPr>
          <p:cNvGrpSpPr/>
          <p:nvPr/>
        </p:nvGrpSpPr>
        <p:grpSpPr>
          <a:xfrm>
            <a:off x="0" y="0"/>
            <a:ext cx="6277851" cy="4772691"/>
            <a:chOff x="0" y="0"/>
            <a:chExt cx="6277851" cy="4772691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E0686556-7748-4C1B-8314-A6F475425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77851" cy="47726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89230" y="409558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ЕРГУ.303151.003.102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1609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961D9A5-4927-412A-AF32-B5770E7D5A7E}"/>
              </a:ext>
            </a:extLst>
          </p:cNvPr>
          <p:cNvGrpSpPr/>
          <p:nvPr/>
        </p:nvGrpSpPr>
        <p:grpSpPr>
          <a:xfrm>
            <a:off x="0" y="-9526"/>
            <a:ext cx="6296904" cy="4782217"/>
            <a:chOff x="0" y="-9526"/>
            <a:chExt cx="6296904" cy="4782217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816CB014-515D-4B5C-AD41-BBD2E31F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9526"/>
              <a:ext cx="6296904" cy="478221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89230" y="409558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ЕРГУ.303151.004.102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6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1A0211B-2F6B-4673-8EDD-877640A06176}"/>
              </a:ext>
            </a:extLst>
          </p:cNvPr>
          <p:cNvGrpSpPr/>
          <p:nvPr/>
        </p:nvGrpSpPr>
        <p:grpSpPr>
          <a:xfrm>
            <a:off x="0" y="99789"/>
            <a:ext cx="6306430" cy="4763165"/>
            <a:chOff x="0" y="-174168"/>
            <a:chExt cx="6306430" cy="476316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77F273F4-902D-42B9-9C29-508BE92BB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74168"/>
              <a:ext cx="6306430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206606" y="390100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80РШ100.303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97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63F9768-2520-4439-8424-361339C593E6}"/>
              </a:ext>
            </a:extLst>
          </p:cNvPr>
          <p:cNvGrpSpPr/>
          <p:nvPr/>
        </p:nvGrpSpPr>
        <p:grpSpPr>
          <a:xfrm>
            <a:off x="0" y="117310"/>
            <a:ext cx="6296904" cy="4992838"/>
            <a:chOff x="0" y="-263690"/>
            <a:chExt cx="6296904" cy="4992838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35672397-0816-4A4C-943A-4CFA5BC47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263690"/>
              <a:ext cx="6296904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014945" y="4052040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80РШ120.303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760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87CDCB-007D-423F-83E0-DFCEFAD5AFAF}"/>
              </a:ext>
            </a:extLst>
          </p:cNvPr>
          <p:cNvGrpSpPr/>
          <p:nvPr/>
        </p:nvGrpSpPr>
        <p:grpSpPr>
          <a:xfrm>
            <a:off x="0" y="254000"/>
            <a:ext cx="6287377" cy="4782217"/>
            <a:chOff x="0" y="0"/>
            <a:chExt cx="6287377" cy="4782217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2E8D3100-DC77-405F-8158-D693717D7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8221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397983" y="3429000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РШ38.2.005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5863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CAE6185-4569-4E83-BCA2-FCBD24B9F8E6}"/>
              </a:ext>
            </a:extLst>
          </p:cNvPr>
          <p:cNvGrpSpPr/>
          <p:nvPr/>
        </p:nvGrpSpPr>
        <p:grpSpPr>
          <a:xfrm>
            <a:off x="0" y="165100"/>
            <a:ext cx="6287377" cy="4772691"/>
            <a:chOff x="0" y="0"/>
            <a:chExt cx="6287377" cy="4772691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CAFCC163-1676-4D03-B38E-832090A22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726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206606" y="409558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РПП.100.02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0196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94031C-58DB-4674-9294-7A091EE15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96904" cy="4782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9E4372-1501-48F9-8BB8-D173FFA44B7A}"/>
              </a:ext>
            </a:extLst>
          </p:cNvPr>
          <p:cNvSpPr txBox="1"/>
          <p:nvPr/>
        </p:nvSpPr>
        <p:spPr>
          <a:xfrm>
            <a:off x="405345" y="3297298"/>
            <a:ext cx="4889394" cy="677108"/>
          </a:xfrm>
          <a:prstGeom prst="rect">
            <a:avLst/>
          </a:prstGeom>
          <a:noFill/>
          <a:effectLst/>
          <a:scene3d>
            <a:camera prst="orthographicFront">
              <a:rot lat="0" lon="0" rev="20699999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ru-RU" sz="3800" dirty="0">
                <a:solidFill>
                  <a:srgbClr val="E7223D"/>
                </a:solidFill>
              </a:rPr>
              <a:t>ЕРГУ.303155.001.30.03</a:t>
            </a:r>
          </a:p>
        </p:txBody>
      </p:sp>
    </p:spTree>
    <p:extLst>
      <p:ext uri="{BB962C8B-B14F-4D97-AF65-F5344CB8AC3E}">
        <p14:creationId xmlns:p14="http://schemas.microsoft.com/office/powerpoint/2010/main" val="2252642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68AC2D-91C0-4083-A799-4A3EC518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556584"/>
            <a:ext cx="5979230" cy="4782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3FD472-6387-4BA6-A743-41D0923DA91A}"/>
              </a:ext>
            </a:extLst>
          </p:cNvPr>
          <p:cNvSpPr txBox="1"/>
          <p:nvPr/>
        </p:nvSpPr>
        <p:spPr>
          <a:xfrm rot="18268331">
            <a:off x="340123" y="1046161"/>
            <a:ext cx="2894446" cy="677108"/>
          </a:xfrm>
          <a:prstGeom prst="rect">
            <a:avLst/>
          </a:prstGeom>
          <a:noFill/>
          <a:effectLst/>
          <a:scene3d>
            <a:camera prst="orthographicFront">
              <a:rot lat="0" lon="0" rev="20699999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ru-RU" sz="3800" dirty="0">
                <a:solidFill>
                  <a:srgbClr val="E7223D"/>
                </a:solidFill>
              </a:rPr>
              <a:t>ПАРАМЕТРЫ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B91EDB-4142-491C-BD9E-FDC19C2A8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977" y="0"/>
            <a:ext cx="2002541" cy="2002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8F3762-8734-48CB-8000-17131B6A6F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369" y="272313"/>
            <a:ext cx="1686607" cy="14579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FDF2BC-B7F8-4726-AA8C-25E8156E0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168" y="3125232"/>
            <a:ext cx="2002542" cy="20025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8972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D0529DC-11F1-4223-954A-C5C5C8D2D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831" y="556584"/>
            <a:ext cx="4878772" cy="4878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1419E0-D6D8-401A-8FA3-9C16C9386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7397" y="556584"/>
            <a:ext cx="4878772" cy="4878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3360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7F810F-6445-4542-8D5D-64661EB6F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802" y="1561839"/>
            <a:ext cx="3200847" cy="3734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A3E070-2A7D-464D-9C05-8EE173555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51" y="1618997"/>
            <a:ext cx="3191320" cy="3677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96BA3E0-2BA2-4322-84FB-23966C37312E}"/>
              </a:ext>
            </a:extLst>
          </p:cNvPr>
          <p:cNvCxnSpPr>
            <a:cxnSpLocks/>
          </p:cNvCxnSpPr>
          <p:nvPr/>
        </p:nvCxnSpPr>
        <p:spPr>
          <a:xfrm rot="5400000">
            <a:off x="288171" y="2887529"/>
            <a:ext cx="2610360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B04A090-4C39-4C22-B96F-34353689F797}"/>
              </a:ext>
            </a:extLst>
          </p:cNvPr>
          <p:cNvCxnSpPr>
            <a:cxnSpLocks/>
          </p:cNvCxnSpPr>
          <p:nvPr/>
        </p:nvCxnSpPr>
        <p:spPr>
          <a:xfrm flipV="1">
            <a:off x="1593351" y="1584699"/>
            <a:ext cx="2041389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366E7AE-9CFC-461D-8EBF-02A6220405B0}"/>
              </a:ext>
            </a:extLst>
          </p:cNvPr>
          <p:cNvCxnSpPr>
            <a:cxnSpLocks/>
          </p:cNvCxnSpPr>
          <p:nvPr/>
        </p:nvCxnSpPr>
        <p:spPr>
          <a:xfrm rot="5400000">
            <a:off x="6092622" y="2867019"/>
            <a:ext cx="2610360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586716F-0F02-43B9-AFF3-F8DB330C05DA}"/>
              </a:ext>
            </a:extLst>
          </p:cNvPr>
          <p:cNvCxnSpPr>
            <a:cxnSpLocks/>
          </p:cNvCxnSpPr>
          <p:nvPr/>
        </p:nvCxnSpPr>
        <p:spPr>
          <a:xfrm flipV="1">
            <a:off x="7397802" y="1564189"/>
            <a:ext cx="2041389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653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A36A76-D0D8-4D74-A452-08F2AF06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8" y="268772"/>
            <a:ext cx="3352800" cy="3829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715992-D879-48F5-8FFD-A37F2DAB0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155" y="212356"/>
            <a:ext cx="1914619" cy="1914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0F7AFF-7634-4B19-B29E-B02994230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656" y="386211"/>
            <a:ext cx="1566908" cy="1566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15AEEC-B70F-414B-82FB-9A8681929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842" y="2649889"/>
            <a:ext cx="1451158" cy="1447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1A850D-14AB-494A-AC70-8B110275D3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061" y="386211"/>
            <a:ext cx="470717" cy="1566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8FAC66-5971-474F-BDAD-255F3918D0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75" y="2828621"/>
            <a:ext cx="2640720" cy="1090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843956-55E8-4FEC-8109-92C68A866B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07" y="829626"/>
            <a:ext cx="2052205" cy="886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77BEDD-4330-4936-BD9F-5EA5AA6B18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391" y="4813439"/>
            <a:ext cx="2312317" cy="1485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5278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28</Words>
  <Application>Microsoft Office PowerPoint</Application>
  <PresentationFormat>Широкоэкранный</PresentationFormat>
  <Paragraphs>12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OlegBook</dc:creator>
  <cp:lastModifiedBy>OlegBook</cp:lastModifiedBy>
  <cp:revision>46</cp:revision>
  <dcterms:created xsi:type="dcterms:W3CDTF">2025-05-03T20:00:42Z</dcterms:created>
  <dcterms:modified xsi:type="dcterms:W3CDTF">2025-07-01T08:37:58Z</dcterms:modified>
</cp:coreProperties>
</file>